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نظام التنبؤ الذكي بالأحداث</a:t>
            </a:r>
          </a:p>
          <a:p>
            <a:r>
              <a:t>(FORESEE)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إعداد الطلبة:</a:t>
            </a:r>
          </a:p>
          <a:p>
            <a:r>
              <a:t>عبد الوهاب صالح المصراتي - عبد المهيمن عبد الوهاب حلمي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تحت إشراف: د. عبد السلام نوري بريون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جامعة طرابلس - كلية تقنية المعلومات</a:t>
            </a:r>
          </a:p>
          <a:p>
            <a:r>
              <a:t>قسم الحوسبة المتنقلة</a:t>
            </a:r>
          </a:p>
          <a:p>
            <a:r>
              <a:t>ربيع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3200"/>
            </a:pPr>
            <a:r>
              <a:t>المحتويات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defRPr sz="1800"/>
            </a:pPr>
            <a:r>
              <a:t>• المقدمة</a:t>
            </a:r>
          </a:p>
          <a:p>
            <a:r>
              <a:t>• محتوى المشروع</a:t>
            </a:r>
          </a:p>
          <a:p>
            <a:r>
              <a:t>• الأهداف</a:t>
            </a:r>
          </a:p>
          <a:p>
            <a:r>
              <a:t>• أنواع المستخدمين</a:t>
            </a:r>
          </a:p>
          <a:p>
            <a:r>
              <a:t>• الوظائف</a:t>
            </a:r>
          </a:p>
          <a:p>
            <a:r>
              <a:t>• التقنيات والأدوات المستخدمة</a:t>
            </a:r>
          </a:p>
          <a:p>
            <a:r>
              <a:t>• مراحل المشروع</a:t>
            </a:r>
          </a:p>
          <a:p>
            <a:r>
              <a:t>• الجانب العملي</a:t>
            </a:r>
          </a:p>
          <a:p>
            <a:r>
              <a:t>• الجدول الزمني</a:t>
            </a:r>
          </a:p>
          <a:p>
            <a:r>
              <a:t>• آفاق التطوير</a:t>
            </a:r>
          </a:p>
          <a:p>
            <a:r>
              <a:t>• الخاتمة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3200"/>
            </a:pPr>
            <a:r>
              <a:t>المقدمة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defRPr sz="1600"/>
            </a:pPr>
            <a:r>
              <a:t>في ظل التطورات المتسارعة في العالم الرقمي والاعتماد المتزايد على البيانات في دعم اتخاذ القرار، برزت الحاجة إلى أدوات ذكية قادرة على التنبؤ بالأحداث المستقبلية.</a:t>
            </a:r>
          </a:p>
          <a:p/>
          <a:p>
            <a:r>
              <a:t>• تحديات في استثمار البيانات الضخمة بشكل فعّال</a:t>
            </a:r>
          </a:p>
          <a:p>
            <a:r>
              <a:t>• الحاجة للتعامل الاستباقي مع المخاطر والتحديات المحتملة</a:t>
            </a:r>
          </a:p>
          <a:p>
            <a:r>
              <a:t>• تطوير أنظمة ذكية تعتمد على الذكاء الاصطناعي</a:t>
            </a:r>
          </a:p>
          <a:p>
            <a:r>
              <a:t>• تحسين عملية اتخاذ القرارات المبنية على البيانات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3200"/>
            </a:pPr>
            <a:r>
              <a:t>محتوى المشروع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defRPr sz="1600"/>
            </a:pPr>
            <a:r>
              <a:t>مشروع FORESEE هو نظام ذكي متكامل يعتمد على:</a:t>
            </a:r>
          </a:p>
          <a:p/>
          <a:p>
            <a:r>
              <a:t>• تقنيات الذكاء الاصطناعي والتحليل التنبؤي للبيانات</a:t>
            </a:r>
          </a:p>
          <a:p>
            <a:r>
              <a:t>• التنبؤ بالأحداث المستقبلية في مجالات حيوية</a:t>
            </a:r>
          </a:p>
          <a:p/>
          <a:p>
            <a:r>
              <a:t>النطاق الحالي:</a:t>
            </a:r>
          </a:p>
          <a:p>
            <a:r>
              <a:t>• التنبؤ بحوادث سرقة السيارات</a:t>
            </a:r>
          </a:p>
          <a:p>
            <a:r>
              <a:t>• تشخيص احتمالية الإصابة بداء السكري</a:t>
            </a:r>
          </a:p>
          <a:p/>
          <a:p>
            <a:r>
              <a:t>الخطط المستقبلية:</a:t>
            </a:r>
          </a:p>
          <a:p>
            <a:r>
              <a:t>• الأزمات الاجتماعية</a:t>
            </a:r>
          </a:p>
          <a:p>
            <a:r>
              <a:t>• الظواهر البيئية</a:t>
            </a:r>
          </a:p>
          <a:p>
            <a:r>
              <a:t>• السلوكيات الاقتصادية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3200"/>
            </a:pPr>
            <a:r>
              <a:t>الأهداف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defRPr sz="1600"/>
            </a:pPr>
            <a:r>
              <a:t>الأهداف الرئيسية للمشروع:</a:t>
            </a:r>
          </a:p>
          <a:p/>
          <a:p>
            <a:r>
              <a:t>• تطوير أداة ذكية استباقية لدعم اتخاذ القرارات</a:t>
            </a:r>
          </a:p>
          <a:p>
            <a:r>
              <a:t>• التنبؤ بالأحداث قبل وقوعها لتعزيز الجاهزية</a:t>
            </a:r>
          </a:p>
          <a:p>
            <a:r>
              <a:t>• تقليل الأضرار المحتملة من خلال التحذير المبكر</a:t>
            </a:r>
          </a:p>
          <a:p>
            <a:r>
              <a:t>• توفير واجهة تفاعلية مرنة للمستخدمين</a:t>
            </a:r>
          </a:p>
          <a:p>
            <a:r>
              <a:t>• تحسين النماذج التنبؤية عبر تفاعل المجتمع</a:t>
            </a:r>
          </a:p>
          <a:p>
            <a:r>
              <a:t>• دعم الأفراد والجهات المختصة في تحليل المخاطر</a:t>
            </a:r>
          </a:p>
          <a:p>
            <a:r>
              <a:t>• إنشاء منصة قابلة للتوسع محلياً وعالمياً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3200"/>
            </a:pPr>
            <a:r>
              <a:t>أنواع المستخدمين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defRPr sz="1600"/>
            </a:pPr>
            <a:r>
              <a:t>المستخدمون المستهدفون للنظام:</a:t>
            </a:r>
          </a:p>
          <a:p/>
          <a:p>
            <a:r>
              <a:t>• الأفراد العاديون</a:t>
            </a:r>
          </a:p>
          <a:p>
            <a:r>
              <a:t>  - متابعة التنبؤات والتحذيرات</a:t>
            </a:r>
          </a:p>
          <a:p>
            <a:r>
              <a:t>  - الحصول على معلومات وقائية</a:t>
            </a:r>
          </a:p>
          <a:p/>
          <a:p>
            <a:r>
              <a:t>• الجهات الحكومية</a:t>
            </a:r>
          </a:p>
          <a:p>
            <a:r>
              <a:t>  - صناع القرار وواضعو السياسات</a:t>
            </a:r>
          </a:p>
          <a:p>
            <a:r>
              <a:t>  - أجهزة الأمن والطوارئ</a:t>
            </a:r>
          </a:p>
          <a:p/>
          <a:p>
            <a:r>
              <a:t>• المؤسسات البحثية</a:t>
            </a:r>
          </a:p>
          <a:p>
            <a:r>
              <a:t>  - الباحثون وعلماء البيانات</a:t>
            </a:r>
          </a:p>
          <a:p>
            <a:r>
              <a:t>  - مطورو النماذج التنبؤية</a:t>
            </a:r>
          </a:p>
          <a:p/>
          <a:p>
            <a:r>
              <a:t>• الجهات المختصة</a:t>
            </a:r>
          </a:p>
          <a:p>
            <a:r>
              <a:t>  - شركات التأمين</a:t>
            </a:r>
          </a:p>
          <a:p>
            <a:r>
              <a:t>  - مؤسسات الصحة العامة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3200"/>
            </a:pPr>
            <a:r>
              <a:t>الوظائف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defRPr sz="1600"/>
            </a:pPr>
            <a:r>
              <a:t>الوظائف الرئيسية للنظام:</a:t>
            </a:r>
          </a:p>
          <a:p/>
          <a:p>
            <a:r>
              <a:t>• التنبؤ بحوادث سرقة السيارات</a:t>
            </a:r>
          </a:p>
          <a:p>
            <a:r>
              <a:t>  - تحليل البيانات التاريخية والجغرافية</a:t>
            </a:r>
          </a:p>
          <a:p>
            <a:r>
              <a:t>  - تحديد المناطق عالية المخاطر</a:t>
            </a:r>
          </a:p>
          <a:p/>
          <a:p>
            <a:r>
              <a:t>• تشخيص احتمالية الإصابة بداء السكري</a:t>
            </a:r>
          </a:p>
          <a:p>
            <a:r>
              <a:t>  - تحليل البيانات الصحية والسلوكية</a:t>
            </a:r>
          </a:p>
          <a:p>
            <a:r>
              <a:t>  - تقديم توصيات وقائية</a:t>
            </a:r>
          </a:p>
          <a:p/>
          <a:p>
            <a:r>
              <a:t>• عرض التنبؤات التفاعلية</a:t>
            </a:r>
          </a:p>
          <a:p>
            <a:r>
              <a:t>  - منشورات نصية ومقاطع فيديو قصيرة</a:t>
            </a:r>
          </a:p>
          <a:p>
            <a:r>
              <a:t>  - واجهة مشابهة للمنصات الاجتماعية</a:t>
            </a:r>
          </a:p>
          <a:p/>
          <a:p>
            <a:r>
              <a:t>• نظام البلاغات والملاحظات</a:t>
            </a:r>
          </a:p>
          <a:p>
            <a:r>
              <a:t>  - تحسين النماذج من خلال تفاعل المستخدمين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3200"/>
            </a:pPr>
            <a:r>
              <a:t>التقنيات والأدوات المستخدمة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defRPr sz="1600"/>
            </a:pPr>
            <a:r>
              <a:t>التقنيات المستخدمة في المشروع:</a:t>
            </a:r>
          </a:p>
          <a:p/>
          <a:p>
            <a:r>
              <a:t>الواجهة الأمامية (Frontend):</a:t>
            </a:r>
          </a:p>
          <a:p>
            <a:r>
              <a:t>• React Native - تطوير تطبيقات الجوال متعددة المنصات</a:t>
            </a:r>
          </a:p>
          <a:p/>
          <a:p>
            <a:r>
              <a:t>الخادم الخلفي (Backend):</a:t>
            </a:r>
          </a:p>
          <a:p>
            <a:r>
              <a:t>• Nest.js - إطار عمل Node.js للخوادم</a:t>
            </a:r>
          </a:p>
          <a:p>
            <a:r>
              <a:t>• GraphQL - واجهات برمجة التطبيقات المرنة</a:t>
            </a:r>
          </a:p>
          <a:p>
            <a:r>
              <a:t>• REST API - خدمات الويب التقليدية</a:t>
            </a:r>
          </a:p>
          <a:p/>
          <a:p>
            <a:r>
              <a:t>الذكاء الاصطناعي:</a:t>
            </a:r>
          </a:p>
          <a:p>
            <a:r>
              <a:t>• خوارزميات تعلم الآلة (Machine Learning)</a:t>
            </a:r>
          </a:p>
          <a:p>
            <a:r>
              <a:t>• نماذج التحليل التنبؤي</a:t>
            </a:r>
          </a:p>
          <a:p>
            <a:r>
              <a:t>• معالجة البيانات الضخمة</a:t>
            </a:r>
          </a:p>
          <a:p/>
          <a:p>
            <a:r>
              <a:t>قواعد البيانات:</a:t>
            </a:r>
          </a:p>
          <a:p>
            <a:r>
              <a:t>• قواعد بيانات للتخزين والاستعلام السريع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3200"/>
            </a:pPr>
            <a:r>
              <a:t>مراحل المشروع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defRPr sz="1600"/>
            </a:pPr>
            <a:r>
              <a:t>المراحل التي مر بها المشروع:</a:t>
            </a:r>
          </a:p>
          <a:p/>
          <a:p>
            <a:r>
              <a:t>المرحلة الأولى: التخطيط والتحليل</a:t>
            </a:r>
          </a:p>
          <a:p>
            <a:r>
              <a:t>• دراسة المتطلبات وتحليل الاحتياجات</a:t>
            </a:r>
          </a:p>
          <a:p>
            <a:r>
              <a:t>• تصميم النظام والهيكل العام</a:t>
            </a:r>
          </a:p>
          <a:p/>
          <a:p>
            <a:r>
              <a:t>المرحلة الثانية: التصميم والنمذجة</a:t>
            </a:r>
          </a:p>
          <a:p>
            <a:r>
              <a:t>• تصميم واجهات المستخدم</a:t>
            </a:r>
          </a:p>
          <a:p>
            <a:r>
              <a:t>• تطوير نماذج الذكاء الاصطناعي</a:t>
            </a:r>
          </a:p>
          <a:p/>
          <a:p>
            <a:r>
              <a:t>المرحلة الثالثة: التطوير والبرمجة</a:t>
            </a:r>
          </a:p>
          <a:p>
            <a:r>
              <a:t>• تطوير الواجهة الأمامية</a:t>
            </a:r>
          </a:p>
          <a:p>
            <a:r>
              <a:t>• بناء الخادم الخلفي والقواعد</a:t>
            </a:r>
          </a:p>
          <a:p/>
          <a:p>
            <a:r>
              <a:t>المرحلة الرابعة: الاختبار والتحسين</a:t>
            </a:r>
          </a:p>
          <a:p>
            <a:r>
              <a:t>• اختبار الوظائف والأداء</a:t>
            </a:r>
          </a:p>
          <a:p>
            <a:r>
              <a:t>• تحسين النماذج والخوارزميات</a:t>
            </a:r>
          </a:p>
          <a:p/>
          <a:p>
            <a:r>
              <a:t>المرحلة الخامسة: النشر والتوثيق</a:t>
            </a:r>
          </a:p>
          <a:p>
            <a:r>
              <a:t>• نشر النظام وإعداد الوثائق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3200"/>
            </a:pPr>
            <a:r>
              <a:t>الجانب العملي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defRPr sz="1600"/>
            </a:pPr>
            <a:r>
              <a:t>عرض الجانب العملي للنظام:</a:t>
            </a:r>
          </a:p>
          <a:p/>
          <a:p>
            <a:r>
              <a:t>• عرض توضيحي للتطبيق</a:t>
            </a:r>
          </a:p>
          <a:p>
            <a:r>
              <a:t>• واجهات المستخدم التفاعلية</a:t>
            </a:r>
          </a:p>
          <a:p>
            <a:r>
              <a:t>• عملية التنبؤ بحوادث السرقة</a:t>
            </a:r>
          </a:p>
          <a:p>
            <a:r>
              <a:t>• تشخيص احتمالية الإصابة بالسكري</a:t>
            </a:r>
          </a:p>
          <a:p>
            <a:r>
              <a:t>• نظام التنبيهات والإشعارات</a:t>
            </a:r>
          </a:p>
          <a:p/>
          <a:p>
            <a:r>
              <a:t>[مكان للفيديو التوضيحي]</a:t>
            </a:r>
          </a:p>
          <a:p/>
          <a:p>
            <a:r>
              <a:t>• اختبار الوظائف الأساسية</a:t>
            </a:r>
          </a:p>
          <a:p>
            <a:r>
              <a:t>• تفاعل المستخدم مع النظام</a:t>
            </a:r>
          </a:p>
          <a:p>
            <a:r>
              <a:t>• عرض النتائج والتقارير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3200"/>
            </a:pPr>
            <a:r>
              <a:t>الجدول الزمني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defRPr sz="1600"/>
            </a:pPr>
            <a:r>
              <a:t>الجدول الزمني للمشروع:</a:t>
            </a:r>
          </a:p>
          <a:p/>
          <a:p>
            <a:r>
              <a:t>الفصل الأول (سبتمبر - ديسمبر 2024):</a:t>
            </a:r>
          </a:p>
          <a:p>
            <a:r>
              <a:t>• التخطيط وجمع المتطلبات</a:t>
            </a:r>
          </a:p>
          <a:p>
            <a:r>
              <a:t>• دراسة الجدوى والتحليل المبدئي</a:t>
            </a:r>
          </a:p>
          <a:p/>
          <a:p>
            <a:r>
              <a:t>الفصل الثاني (يناير - أبريل 2025):</a:t>
            </a:r>
          </a:p>
          <a:p>
            <a:r>
              <a:t>• التصميم والتطوير الأساسي</a:t>
            </a:r>
          </a:p>
          <a:p>
            <a:r>
              <a:t>• بناء النماذج الأولية</a:t>
            </a:r>
          </a:p>
          <a:p/>
          <a:p>
            <a:r>
              <a:t>فصل الربيع (مايو - يونيو 2025):</a:t>
            </a:r>
          </a:p>
          <a:p>
            <a:r>
              <a:t>• التطوير النهائي والاختبار</a:t>
            </a:r>
          </a:p>
          <a:p>
            <a:r>
              <a:t>• إعداد الوثائق والعرض التقديمي</a:t>
            </a:r>
          </a:p>
          <a:p>
            <a:r>
              <a:t>• التسليم النهائي للمشروع</a:t>
            </a:r>
          </a:p>
          <a:p/>
          <a:p>
            <a:r>
              <a:t>المدة الإجمالية: 9 أشهر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3200"/>
            </a:pPr>
            <a:r>
              <a:t>آفاق التطوير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defRPr sz="1600"/>
            </a:pPr>
            <a:r>
              <a:t>آفاق التطوير المستقبلية:</a:t>
            </a:r>
          </a:p>
          <a:p/>
          <a:p>
            <a:r>
              <a:t>التوسع المحلي:</a:t>
            </a:r>
          </a:p>
          <a:p>
            <a:r>
              <a:t>• التعاون مع الجهات الحكومية</a:t>
            </a:r>
          </a:p>
          <a:p>
            <a:r>
              <a:t>• الشراكة مع المؤسسات البحثية</a:t>
            </a:r>
          </a:p>
          <a:p>
            <a:r>
              <a:t>• تطوير نماذج لظواهر محلية</a:t>
            </a:r>
          </a:p>
          <a:p/>
          <a:p>
            <a:r>
              <a:t>التوسع الوظيفي:</a:t>
            </a:r>
          </a:p>
          <a:p>
            <a:r>
              <a:t>• إضافة التنبؤ بالأزمات الاجتماعية</a:t>
            </a:r>
          </a:p>
          <a:p>
            <a:r>
              <a:t>• التنبؤ بالظواهر البيئية</a:t>
            </a:r>
          </a:p>
          <a:p>
            <a:r>
              <a:t>• تحليل السلوكيات الاقتصادية</a:t>
            </a:r>
          </a:p>
          <a:p/>
          <a:p>
            <a:r>
              <a:t>التوسع العالمي:</a:t>
            </a:r>
          </a:p>
          <a:p>
            <a:r>
              <a:t>• تكييف النظام للعمل على بيانات دولية</a:t>
            </a:r>
          </a:p>
          <a:p>
            <a:r>
              <a:t>• ترجمة النظام للغات متعددة</a:t>
            </a:r>
          </a:p>
          <a:p>
            <a:r>
              <a:t>• إنشاء منصة رائدة عالمياً في التنبؤ</a:t>
            </a:r>
          </a:p>
          <a:p/>
          <a:p>
            <a:r>
              <a:t>التحسينات التقنية:</a:t>
            </a:r>
          </a:p>
          <a:p>
            <a:r>
              <a:t>• تطوير خوارزميات أكثر دقة</a:t>
            </a:r>
          </a:p>
          <a:p>
            <a:r>
              <a:t>• تحسين واجهات المستخدم</a:t>
            </a:r>
          </a:p>
          <a:p>
            <a:r>
              <a:t>• زيادة سرعة المعالجة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3200"/>
            </a:pPr>
            <a:r>
              <a:t>الخاتمة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defRPr sz="1600"/>
            </a:pPr>
            <a:r>
              <a:t>الخاتمة:</a:t>
            </a:r>
          </a:p>
          <a:p/>
          <a:p>
            <a:r>
              <a:t>مشروع FORESEE يمثل خطوة مهمة نحو:</a:t>
            </a:r>
          </a:p>
          <a:p>
            <a:r>
              <a:t>• استثمار تقنيات الذكاء الاصطناعي في خدمة المجتمع</a:t>
            </a:r>
          </a:p>
          <a:p>
            <a:r>
              <a:t>• تطوير أدوات ذكية للتنبؤ والتحليل</a:t>
            </a:r>
          </a:p>
          <a:p>
            <a:r>
              <a:t>• تعزيز الجاهزية وتقليل المخاطر</a:t>
            </a:r>
          </a:p>
          <a:p/>
          <a:p>
            <a:r>
              <a:t>النتائج المحققة:</a:t>
            </a:r>
          </a:p>
          <a:p>
            <a:r>
              <a:t>• نظام تنبؤ ذكي قابل للتطوير</a:t>
            </a:r>
          </a:p>
          <a:p>
            <a:r>
              <a:t>• واجهة تفاعلية سهلة الاستخدام</a:t>
            </a:r>
          </a:p>
          <a:p>
            <a:r>
              <a:t>• نماذج دقيقة للتنبؤ بالأحداث</a:t>
            </a:r>
          </a:p>
          <a:p/>
          <a:p>
            <a:r>
              <a:t>التأثير المتوقع:</a:t>
            </a:r>
          </a:p>
          <a:p>
            <a:r>
              <a:t>• دعم عملية اتخاذ القرارات</a:t>
            </a:r>
          </a:p>
          <a:p>
            <a:r>
              <a:t>• تحسين الاستعداد للمخاطر</a:t>
            </a:r>
          </a:p>
          <a:p>
            <a:r>
              <a:t>• المساهمة في بناء مجتمع أكثر أماناً</a:t>
            </a:r>
          </a:p>
          <a:p/>
          <a:p>
            <a:r>
              <a:t>شكراً لكم على حسن الإصغاء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